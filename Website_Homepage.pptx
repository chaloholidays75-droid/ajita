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59D8A-3F39-205C-DD6D-F99713015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3B937-EF29-B91C-EDED-87F7EC39E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E17E-47C3-1D28-106F-2795B941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7FDF1-8C22-CCCF-6B17-D486A020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0E4F3-F643-16A9-A827-141C3828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31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B280-23C6-3A73-04C5-1985EAD0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092D-EBCC-F508-6D94-9C2A4385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E5C4F-3B9B-E351-F456-8394B204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2AF7C-383C-01A3-0421-D7ECA7E4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2F50-064F-FE6D-6629-F4067E86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8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EE20-6466-18FE-DB01-D71F076A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1ADA0-20C0-08F0-53F8-02D837DD7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3F98-8150-4B01-A9DF-4188F59B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4722A-2E3A-206E-2E0C-B8717F55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8C9B-02B6-C331-C082-69D84239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5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FFE0-0EC3-4EDA-12F3-0CC153BE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E316-D8C0-3B5A-20A9-36BDCAA0C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1856E-58C6-E8E1-B51D-405432CCA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DA8A6-AF53-3D8A-5F6D-D0BA31B0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19A1D-20C3-D800-E98E-DF0BC472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E1103-8EB1-094E-0318-68EED0A8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64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1FED-D855-2CCE-56DF-E85BD340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212EB-16A7-88F4-5BD1-C84569DA5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28740-9B56-DA30-F2EF-16143A71A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C5471-27E3-00EE-56CA-4A90602AD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03A9D-4E37-E845-71DD-3805DF8CB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2EEEF-BD36-7419-CA20-FD0111D7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93514-051F-69E6-CC79-0A046D12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505FD-6080-B925-DA03-F123C6DA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5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8F5D-55E9-09A5-EF3D-456B296F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18F55-A8AF-FB08-E415-28024FA5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FD54D-42D8-E61C-C982-BC2ABD67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5A1CF-1B51-540F-99B0-32E1CE77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61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854A6-9610-6821-F135-2002D4B1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537EF-E4E0-D66A-B1BA-3FDF28BF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33AE-172E-5A75-9C1C-590EEF49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07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6982-B01A-D449-6B48-2A7B6D92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EFBA-1ABB-BBAF-9CD4-60542BAE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0CB92-2FCD-8EC6-F72F-DF71BCD18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FA72D-6A1D-75C9-7C47-92AB12D6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37B4B-9BC2-D924-76DC-F0EC87EB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C0420-D9CB-8B47-B61F-7B3DB2FD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B293-53A1-C141-0217-B8DD7286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95442-9E6B-1C61-8C11-011C0C0E9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1DD52-87EF-DD82-356F-CB2E6BDEB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A64B5-AB12-3B1B-9E1A-1E5C141B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0AB71-C7C2-88C6-F022-978C44BA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CA8A0-F6A0-7F9E-6B5C-250DE3EA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23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C707-74B6-80BA-A060-B67F39F5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C3B9C-E8AD-EDFF-8942-DC1EF563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A71A-54C6-C259-DD1E-38679628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41DA-0B4C-7731-5206-B2492802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7FF41-BDB9-09CD-EF75-96967D3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7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9B18C-6B05-9102-C38D-19562F46F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D6CD9-DA8C-F893-C6D9-18A2FF5D3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55413-3ADD-2630-D0DF-DC2D764E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CA7B-E381-6251-3079-16A73FE4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368E1-A1CD-5CC4-153E-271FC7E1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7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9223F-D20F-1DB0-B477-58EDAC38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59C40-64B3-9A37-2318-7265091D2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9553-CB44-1FBA-84C2-E1D952785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13AC1-FF06-4C6A-92DD-3E8E007CF2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B386B-15DB-C089-7D04-855400CC5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034E6-57C4-44AD-5B2D-02F857240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10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913F-E73A-1BAA-974C-00FC6576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7638-0BC9-696A-D02B-C3A4661E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Home Page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5C45DAF-882B-A332-E71E-5977D3FB6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4005770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Option 1</a:t>
            </a:r>
          </a:p>
          <a:p>
            <a:pPr algn="l"/>
            <a:r>
              <a:rPr lang="en-US" sz="3200" dirty="0"/>
              <a:t>Experience the World in Luxury &amp; Elegance</a:t>
            </a:r>
          </a:p>
          <a:p>
            <a:pPr algn="l"/>
            <a:r>
              <a:rPr lang="en-IN" sz="2000" dirty="0"/>
              <a:t>Complete international tour and travel solutions designed for comfort, convenience, and unforgettable experiences.</a:t>
            </a:r>
          </a:p>
          <a:p>
            <a:pPr algn="l"/>
            <a:endParaRPr lang="en-IN" sz="2000" dirty="0"/>
          </a:p>
          <a:p>
            <a:pPr algn="l"/>
            <a:r>
              <a:rPr lang="en-IN" b="1" dirty="0"/>
              <a:t>Option 2</a:t>
            </a:r>
          </a:p>
          <a:p>
            <a:pPr algn="l"/>
            <a:r>
              <a:rPr lang="en-US" sz="3200" dirty="0"/>
              <a:t>Travel the World with Ease</a:t>
            </a:r>
          </a:p>
          <a:p>
            <a:pPr algn="l"/>
            <a:r>
              <a:rPr lang="en-US" sz="2000" dirty="0"/>
              <a:t>Customized international travel experiences crafted with care, precision, and global expertise.</a:t>
            </a:r>
          </a:p>
          <a:p>
            <a:pPr algn="l"/>
            <a:endParaRPr lang="en-US" sz="20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3397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6E7A-4118-F1CE-B8AC-C6AB1A04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2443-C270-A0AF-50AA-8ED37D2F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About Us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BE01A9-CC48-0C3B-1B0A-ABADAC91C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259759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We are a premier International Travel &amp; Tour company delivering curated global travel experiences to travelers.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Specializing in curated international journeys, we combine operational excellence with personalized service to craft seamless, sophisticated, and memorable travel experiences.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We also operate as a dedicated Process Outsourcing partner for </a:t>
            </a:r>
            <a:r>
              <a:rPr lang="en-US" i="1" dirty="0"/>
              <a:t>Chalo Holidays</a:t>
            </a:r>
            <a:r>
              <a:rPr lang="en-US" dirty="0"/>
              <a:t>, a London-based travel company, managing and streamlining their end-to-end travel booking operations with efficiency, accuracy, and global service standards.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From exclusive destinations to luxury accommodations and tailored itineraries, we manage every detail with precision and care.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63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6993-272F-9B24-D06E-59DF2E39B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25FB-5AA2-46EE-32C2-A40081B67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Vision &amp; Mission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9E61E9A-1CDE-97BA-0B3D-470119A54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259759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Vision</a:t>
            </a:r>
          </a:p>
          <a:p>
            <a:r>
              <a:rPr lang="en-US" dirty="0"/>
              <a:t>To expand our global footprint by delivering exceptional travel experiences and operational excellence that drive lasting customer satisfaction and sustainable growth.</a:t>
            </a:r>
          </a:p>
          <a:p>
            <a:endParaRPr lang="en-US" dirty="0"/>
          </a:p>
          <a:p>
            <a:r>
              <a:rPr lang="en-US" b="1" dirty="0"/>
              <a:t>Mission</a:t>
            </a:r>
          </a:p>
          <a:p>
            <a:r>
              <a:rPr lang="en-US" dirty="0"/>
              <a:t>To deliver seamless international travel solutions and efficient booking operations that consistently exceed customer expectations and strengthen global partnerships.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2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193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Home Page</vt:lpstr>
      <vt:lpstr>About Us</vt:lpstr>
      <vt:lpstr>Vision &amp; 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Chalo Ops7</dc:creator>
  <cp:lastModifiedBy>Chalo Ops7</cp:lastModifiedBy>
  <cp:revision>7</cp:revision>
  <dcterms:created xsi:type="dcterms:W3CDTF">2025-12-06T08:26:52Z</dcterms:created>
  <dcterms:modified xsi:type="dcterms:W3CDTF">2026-02-24T07:30:41Z</dcterms:modified>
</cp:coreProperties>
</file>