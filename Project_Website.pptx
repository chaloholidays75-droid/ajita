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59D8A-3F39-205C-DD6D-F99713015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3B937-EF29-B91C-EDED-87F7EC39E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4E17E-47C3-1D28-106F-2795B9415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7FDF1-8C22-CCCF-6B17-D486A020F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0E4F3-F643-16A9-A827-141C3828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131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EB280-23C6-3A73-04C5-1985EAD0F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7092D-EBCC-F508-6D94-9C2A43852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E5C4F-3B9B-E351-F456-8394B204C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2AF7C-383C-01A3-0421-D7ECA7E41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F2F50-064F-FE6D-6629-F4067E860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188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8EE20-6466-18FE-DB01-D71F076AC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1ADA0-20C0-08F0-53F8-02D837DD7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33F98-8150-4B01-A9DF-4188F59B1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4722A-2E3A-206E-2E0C-B8717F55D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88C9B-02B6-C331-C082-69D842397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254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6FFE0-0EC3-4EDA-12F3-0CC153BEB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DE316-D8C0-3B5A-20A9-36BDCAA0C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1856E-58C6-E8E1-B51D-405432CCA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DA8A6-AF53-3D8A-5F6D-D0BA31B05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19A1D-20C3-D800-E98E-DF0BC4724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E1103-8EB1-094E-0318-68EED0A82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644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51FED-D855-2CCE-56DF-E85BD340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212EB-16A7-88F4-5BD1-C84569DA5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28740-9B56-DA30-F2EF-16143A71A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2C5471-27E3-00EE-56CA-4A90602AD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403A9D-4E37-E845-71DD-3805DF8CBB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12EEEF-BD36-7419-CA20-FD0111D7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093514-051F-69E6-CC79-0A046D12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505FD-6080-B925-DA03-F123C6DAB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056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28F5D-55E9-09A5-EF3D-456B296F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318F55-A8AF-FB08-E415-28024FA5A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FFD54D-42D8-E61C-C982-BC2ABD671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5A1CF-1B51-540F-99B0-32E1CE777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615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6854A6-9610-6821-F135-2002D4B17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6537EF-E4E0-D66A-B1BA-3FDF28BF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233AE-172E-5A75-9C1C-590EEF494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073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66982-B01A-D449-6B48-2A7B6D92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EEFBA-1ABB-BBAF-9CD4-60542BAE7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0CB92-2FCD-8EC6-F72F-DF71BCD18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FA72D-6A1D-75C9-7C47-92AB12D64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37B4B-9BC2-D924-76DC-F0EC87EB1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C0420-D9CB-8B47-B61F-7B3DB2FDE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9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7B293-53A1-C141-0217-B8DD7286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F95442-9E6B-1C61-8C11-011C0C0E97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1DD52-87EF-DD82-356F-CB2E6BDEB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A64B5-AB12-3B1B-9E1A-1E5C141B3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0AB71-C7C2-88C6-F022-978C44BAA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4CA8A0-F6A0-7F9E-6B5C-250DE3EA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235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AC707-74B6-80BA-A060-B67F39F5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C3B9C-E8AD-EDFF-8942-DC1EF5636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3A71A-54C6-C259-DD1E-386796281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641DA-0B4C-7731-5206-B2492802E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7FF41-BDB9-09CD-EF75-96967D360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974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C9B18C-6B05-9102-C38D-19562F46F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D6CD9-DA8C-F893-C6D9-18A2FF5D3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55413-3ADD-2630-D0DF-DC2D764E5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3AC1-FF06-4C6A-92DD-3E8E007CF28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4CA7B-E381-6251-3079-16A73FE4F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368E1-A1CD-5CC4-153E-271FC7E11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679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F9223F-D20F-1DB0-B477-58EDAC385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59C40-64B3-9A37-2318-7265091D2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C9553-CB44-1FBA-84C2-E1D952785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13AC1-FF06-4C6A-92DD-3E8E007CF28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B386B-15DB-C089-7D04-855400CC5B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034E6-57C4-44AD-5B2D-02F857240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2DA32-762C-4F62-A0C6-DAC8C53B0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101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CDB7-99A5-DDB3-4C53-79E21D247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4520" y="1984248"/>
            <a:ext cx="8247888" cy="1040132"/>
          </a:xfr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r>
              <a:rPr lang="en-US" sz="5400" dirty="0">
                <a:solidFill>
                  <a:schemeClr val="accent6">
                    <a:lumMod val="50000"/>
                  </a:schemeClr>
                </a:solidFill>
              </a:rPr>
              <a:t>Website Contents</a:t>
            </a:r>
            <a:endParaRPr lang="en-IN" sz="5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E724337-7195-7114-AA0D-F41F6BB2C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5941" y="3346006"/>
            <a:ext cx="4703873" cy="704786"/>
          </a:xfr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Ajita International LLP</a:t>
            </a:r>
            <a:endParaRPr lang="en-IN" sz="36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329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D913F-E73A-1BAA-974C-00FC65767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87638-0BC9-696A-D02B-C3A4661EF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8600"/>
            <a:ext cx="12192000" cy="1040132"/>
          </a:xfr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r>
              <a:rPr lang="en-US" sz="5400" dirty="0">
                <a:solidFill>
                  <a:schemeClr val="accent6">
                    <a:lumMod val="50000"/>
                  </a:schemeClr>
                </a:solidFill>
              </a:rPr>
              <a:t>Website Structure</a:t>
            </a:r>
            <a:endParaRPr lang="en-IN" sz="5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5C45DAF-882B-A332-E71E-5977D3FB6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4904" y="1690942"/>
            <a:ext cx="11265408" cy="326510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Home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About Us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Products / Services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Book Online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Testimonials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Contact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FAQs</a:t>
            </a:r>
          </a:p>
        </p:txBody>
      </p:sp>
    </p:spTree>
    <p:extLst>
      <p:ext uri="{BB962C8B-B14F-4D97-AF65-F5344CB8AC3E}">
        <p14:creationId xmlns:p14="http://schemas.microsoft.com/office/powerpoint/2010/main" val="573397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26E7A-4118-F1CE-B8AC-C6AB1A04E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22443-C270-A0AF-50AA-8ED37D2F9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8600"/>
            <a:ext cx="12192000" cy="1040132"/>
          </a:xfr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r>
              <a:rPr lang="en-US" sz="5400" dirty="0">
                <a:solidFill>
                  <a:schemeClr val="accent6">
                    <a:lumMod val="50000"/>
                  </a:schemeClr>
                </a:solidFill>
              </a:rPr>
              <a:t>Home</a:t>
            </a:r>
            <a:endParaRPr lang="en-IN" sz="5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1BE01A9-CC48-0C3B-1B0A-ABADAC91C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4904" y="1690942"/>
            <a:ext cx="11265408" cy="1610042"/>
          </a:xfrm>
        </p:spPr>
        <p:txBody>
          <a:bodyPr>
            <a:normAutofit fontScale="85000"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What we are or what is our objective or mission statement that defines our goals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With tabs of about us, team, products or services, online booking, careers, life @ Office, sign in/up, etc.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Offers or Festival / Upcoming - Event Bookings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Flash Sales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3631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EA91B-8A18-D5DC-CFF9-361DAF2CF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5920A-0D3D-AD92-CA22-B60D0E4A6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8600"/>
            <a:ext cx="12192000" cy="1040132"/>
          </a:xfr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r>
              <a:rPr lang="en-US" sz="5400" dirty="0">
                <a:solidFill>
                  <a:schemeClr val="accent6">
                    <a:lumMod val="50000"/>
                  </a:schemeClr>
                </a:solidFill>
              </a:rPr>
              <a:t>About Us</a:t>
            </a:r>
            <a:endParaRPr lang="en-IN" sz="5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C734EED-E5C2-8BE5-349C-5AC979573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4904" y="1690942"/>
            <a:ext cx="11265408" cy="1610042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Team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Founder / Director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Journey / Milestones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dirty="0"/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9947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92B9A-4949-BFFA-2215-F2CE08736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A48E-B91A-A84F-D4F0-882C7D8C0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8600"/>
            <a:ext cx="12192000" cy="1040132"/>
          </a:xfr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r>
              <a:rPr lang="en-US" sz="5400" dirty="0">
                <a:solidFill>
                  <a:schemeClr val="accent6">
                    <a:lumMod val="50000"/>
                  </a:schemeClr>
                </a:solidFill>
              </a:rPr>
              <a:t>Products/Services</a:t>
            </a:r>
            <a:endParaRPr lang="en-IN" sz="5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1FC1E99-FBEC-7815-891A-4D3E72817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4904" y="1690942"/>
            <a:ext cx="11265408" cy="3009074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Hotels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Transfers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Sightseeing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Tickets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Visa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Group Booking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dirty="0"/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6248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4D027-9433-A8A3-878D-A15CBAD1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4C921-980E-2B78-927A-0BC79FBB0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8600"/>
            <a:ext cx="12192000" cy="1040132"/>
          </a:xfr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r>
              <a:rPr lang="en-US" sz="5400" dirty="0">
                <a:solidFill>
                  <a:schemeClr val="accent6">
                    <a:lumMod val="50000"/>
                  </a:schemeClr>
                </a:solidFill>
              </a:rPr>
              <a:t>Book On-line</a:t>
            </a:r>
            <a:endParaRPr lang="en-IN" sz="5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56F2A9B-C227-13C8-6F16-5E3E65B44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4904" y="1690942"/>
            <a:ext cx="11265408" cy="3009074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Hotels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Add On-services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IN" dirty="0"/>
              <a:t>Transfers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IN" dirty="0"/>
              <a:t>Sightseeing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Visa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Ticket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Group Tours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Customised Tours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dirty="0"/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6231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C231F-5158-6F2D-3C82-D2381351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2BBB3-76DD-0193-8ED6-DF8313F82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8600"/>
            <a:ext cx="12192000" cy="1040132"/>
          </a:xfr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r>
              <a:rPr lang="en-US" sz="5400" dirty="0">
                <a:solidFill>
                  <a:schemeClr val="accent6">
                    <a:lumMod val="50000"/>
                  </a:schemeClr>
                </a:solidFill>
              </a:rPr>
              <a:t>Book On-line</a:t>
            </a:r>
            <a:endParaRPr lang="en-IN" sz="5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54AD4B8-157B-A831-1C9C-996EFCDDF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4904" y="1690942"/>
            <a:ext cx="11265408" cy="3009074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Hotels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Add On-services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IN" dirty="0"/>
              <a:t>Transfers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IN" dirty="0"/>
              <a:t>Sightseeing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Visa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Ticket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Group Tours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Customised Tours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dirty="0"/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5106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117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Website Contents</vt:lpstr>
      <vt:lpstr>Website Structure</vt:lpstr>
      <vt:lpstr>Home</vt:lpstr>
      <vt:lpstr>About Us</vt:lpstr>
      <vt:lpstr>Products/Services</vt:lpstr>
      <vt:lpstr>Book On-line</vt:lpstr>
      <vt:lpstr>Book On-line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Chalo Ops7</dc:creator>
  <cp:lastModifiedBy>Chalo Ops7</cp:lastModifiedBy>
  <cp:revision>4</cp:revision>
  <dcterms:created xsi:type="dcterms:W3CDTF">2025-12-06T08:26:52Z</dcterms:created>
  <dcterms:modified xsi:type="dcterms:W3CDTF">2025-12-06T13:26:45Z</dcterms:modified>
</cp:coreProperties>
</file>